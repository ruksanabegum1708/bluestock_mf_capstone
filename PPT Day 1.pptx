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74FE4-4A8F-421D-A0FA-C445A966D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9519C-3822-4C16-B69A-810F7318E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A2407-0512-45C7-872E-2A3AFC7D5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FB3F-FB58-4D41-90A5-2D59CE80260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C0602-0829-4AE5-9C16-0DCBF4F4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39BA2-6FFC-422B-B9FF-B6A80B5A3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FA31-D4CC-445F-B1E6-3A0E616B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788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21884-A800-4649-A277-2367ADAD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CABC0-6181-4AE1-A787-456BCB0A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524E4-AD27-4E6C-BB1F-1D49C629D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FB3F-FB58-4D41-90A5-2D59CE80260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645FA-2428-45AD-878E-5452DF8D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13E96-D51D-461E-83B0-C72774A9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FA31-D4CC-445F-B1E6-3A0E616B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13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B1C3-087A-40E8-AD2E-F07122EC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D0919-785C-430D-8111-9E693514A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E0577-3AAD-401A-9CE4-3199D727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FB3F-FB58-4D41-90A5-2D59CE80260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A1AA8-2174-4457-988A-36007BF0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D1E93-E394-464B-9A83-B3277CEA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FA31-D4CC-445F-B1E6-3A0E616B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374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AA48C-33E3-44DA-82D1-0DFB0FCA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FE8F6-75C1-4DD4-B40E-5CEE50165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A399D-D0C7-4CC9-8466-D1A40E162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32547-E408-4007-BCEE-A771BD116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FB3F-FB58-4D41-90A5-2D59CE80260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99B07-4FD7-4416-8D1D-D7CC8325A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8F38D-B663-456A-A71C-4D32B46B8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FA31-D4CC-445F-B1E6-3A0E616B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33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0029-43DE-4DC6-BEE0-6A6A3EAB4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19FC9-F652-4A34-ABD3-7862135EF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ECE65-ED44-41F7-BE2B-45E75DCD5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840D9-3169-4726-A88C-6597CA1AB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ACE51E-E8F6-4E82-8111-DB590F1377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C77CD4-9B41-4F18-A0E2-2DC23F306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FB3F-FB58-4D41-90A5-2D59CE80260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D50769-3B71-4320-9AEE-6EAB40E04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E1EE5-DF7B-48A1-9B93-74B404290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FA31-D4CC-445F-B1E6-3A0E616B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51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FF36-9D38-449E-AC60-17876E4C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7D0ED-9071-4879-9148-33D3CB012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FB3F-FB58-4D41-90A5-2D59CE80260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DEBE6E-2C34-4B96-85FB-F4FD4371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D96ADF-80E5-4EB1-A955-F97715B0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FA31-D4CC-445F-B1E6-3A0E616B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64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C7C43-259E-43DD-A2EA-95841EA6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FB3F-FB58-4D41-90A5-2D59CE80260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353E8E-2BF1-4418-9753-7D377EDCB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2E9F5-CCE2-4331-B9BB-4AA8638A5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FA31-D4CC-445F-B1E6-3A0E616B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43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D7B4A-58A2-4301-86FE-F24AC08D0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4BCA8-8E3A-4D54-A561-DA9B1703F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F1FFE-79BC-442B-AC35-CCE5A4717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646A3-A277-458C-B649-BE2E1B9E1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FB3F-FB58-4D41-90A5-2D59CE80260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B0009-503B-4895-8CB7-F92BE92C1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F7305-C0F0-4D5E-928F-14B19D9D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FA31-D4CC-445F-B1E6-3A0E616B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0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2246-5421-46B7-B2F4-042CDDE01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165110-3605-4F3A-A726-D2DA31F0C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F4FF4-2BAC-46CA-8835-52FF8596E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18995-0F5C-43CB-9059-69B33A10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FB3F-FB58-4D41-90A5-2D59CE80260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602C9-AD1D-44D6-B709-DC9B653A1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48A47-8D30-43A8-ABA6-5682BE40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FA31-D4CC-445F-B1E6-3A0E616B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62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128A-44F4-42F1-9086-B5359BC2B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CCD52-0917-4864-BEDF-CD64DC564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65FC2-452B-4E5B-B72F-9E15E39EA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FB3F-FB58-4D41-90A5-2D59CE80260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FE190-EFF9-4C1D-B648-544EEE92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F910E-A22B-4E61-A7E0-1699A808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FA31-D4CC-445F-B1E6-3A0E616B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10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D2D96-3310-46BE-A67F-293D65FACD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85600-0275-4FFC-A350-F3758742D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21CD5-94EF-45DB-869E-D6946B3C4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FB3F-FB58-4D41-90A5-2D59CE80260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3E63B-1957-4407-A049-4F2D4E645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C6828-5BE9-4F1B-82AF-9BED33354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2FA31-D4CC-445F-B1E6-3A0E616B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99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1606A5-2864-4DBA-BACF-EBE4E1A0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301E3-0577-4854-AC98-9E0B03D71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715E1-B1FC-4F3A-8384-488939A03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5FB3F-FB58-4D41-90A5-2D59CE80260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9C4A-1ADA-4F91-9181-68D7A76D0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2ECD1-2DA5-475E-9815-D0DF9BD90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2FA31-D4CC-445F-B1E6-3A0E616B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64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5B4BF5-A7C1-4B73-A5F3-4377B5448C73}"/>
              </a:ext>
            </a:extLst>
          </p:cNvPr>
          <p:cNvSpPr txBox="1"/>
          <p:nvPr/>
        </p:nvSpPr>
        <p:spPr>
          <a:xfrm>
            <a:off x="2398337" y="1609249"/>
            <a:ext cx="6094428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Analytics Platform</a:t>
            </a:r>
          </a:p>
          <a:p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Bluestock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Fintech Capstone Project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Ruksana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Begum</a:t>
            </a:r>
          </a:p>
          <a:p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June 2026</a:t>
            </a:r>
          </a:p>
        </p:txBody>
      </p:sp>
    </p:spTree>
    <p:extLst>
      <p:ext uri="{BB962C8B-B14F-4D97-AF65-F5344CB8AC3E}">
        <p14:creationId xmlns:p14="http://schemas.microsoft.com/office/powerpoint/2010/main" val="3782716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BFB39-BBEC-47F2-8F6D-E509424AD932}"/>
              </a:ext>
            </a:extLst>
          </p:cNvPr>
          <p:cNvSpPr txBox="1"/>
          <p:nvPr/>
        </p:nvSpPr>
        <p:spPr>
          <a:xfrm>
            <a:off x="1963132" y="1618036"/>
            <a:ext cx="7520233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data is available in different sources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not in one place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compare funds easily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cannot easily track fund performance</a:t>
            </a:r>
          </a:p>
        </p:txBody>
      </p:sp>
    </p:spTree>
    <p:extLst>
      <p:ext uri="{BB962C8B-B14F-4D97-AF65-F5344CB8AC3E}">
        <p14:creationId xmlns:p14="http://schemas.microsoft.com/office/powerpoint/2010/main" val="53634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DEE5F8-FAF9-4217-BFE8-7382BDD47501}"/>
              </a:ext>
            </a:extLst>
          </p:cNvPr>
          <p:cNvSpPr txBox="1"/>
          <p:nvPr/>
        </p:nvSpPr>
        <p:spPr>
          <a:xfrm>
            <a:off x="1887718" y="1655744"/>
            <a:ext cx="6094428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data pipeline using Python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mutual fund data from CSV files and API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and store data properly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data for future analysis and dashboard</a:t>
            </a:r>
          </a:p>
        </p:txBody>
      </p:sp>
    </p:spTree>
    <p:extLst>
      <p:ext uri="{BB962C8B-B14F-4D97-AF65-F5344CB8AC3E}">
        <p14:creationId xmlns:p14="http://schemas.microsoft.com/office/powerpoint/2010/main" val="358647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F18979-6F62-4659-965E-2DA80CC73285}"/>
              </a:ext>
            </a:extLst>
          </p:cNvPr>
          <p:cNvSpPr txBox="1"/>
          <p:nvPr/>
        </p:nvSpPr>
        <p:spPr>
          <a:xfrm>
            <a:off x="1934852" y="1363513"/>
            <a:ext cx="6094428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AMFI India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mfapi.in (Live NAV API)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CSV files provided in project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NAV records for different schemes</a:t>
            </a:r>
          </a:p>
        </p:txBody>
      </p:sp>
    </p:spTree>
    <p:extLst>
      <p:ext uri="{BB962C8B-B14F-4D97-AF65-F5344CB8AC3E}">
        <p14:creationId xmlns:p14="http://schemas.microsoft.com/office/powerpoint/2010/main" val="1010361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8CBA68-0613-47E5-B2A3-D6CEB86A8ED6}"/>
              </a:ext>
            </a:extLst>
          </p:cNvPr>
          <p:cNvSpPr txBox="1"/>
          <p:nvPr/>
        </p:nvSpPr>
        <p:spPr>
          <a:xfrm>
            <a:off x="1140364" y="225515"/>
            <a:ext cx="8048134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Extract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Transform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Load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Analyse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Visualise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````			AMFI CSV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              Python/Pandas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SQLite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Power BI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B9202935-2C80-4571-9BCA-B31A257E0965}"/>
              </a:ext>
            </a:extLst>
          </p:cNvPr>
          <p:cNvSpPr/>
          <p:nvPr/>
        </p:nvSpPr>
        <p:spPr>
          <a:xfrm>
            <a:off x="4421776" y="1009103"/>
            <a:ext cx="197963" cy="30203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41BC6C42-9D28-47CF-8E51-49A04CDD4BA5}"/>
              </a:ext>
            </a:extLst>
          </p:cNvPr>
          <p:cNvSpPr/>
          <p:nvPr/>
        </p:nvSpPr>
        <p:spPr>
          <a:xfrm>
            <a:off x="4421777" y="1609367"/>
            <a:ext cx="197963" cy="30203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F02CED9-A60C-491D-AAA5-515367E11621}"/>
              </a:ext>
            </a:extLst>
          </p:cNvPr>
          <p:cNvSpPr/>
          <p:nvPr/>
        </p:nvSpPr>
        <p:spPr>
          <a:xfrm>
            <a:off x="4421777" y="2226858"/>
            <a:ext cx="197963" cy="30203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60B4C33-B630-4011-9090-E3CDA0B1BEF8}"/>
              </a:ext>
            </a:extLst>
          </p:cNvPr>
          <p:cNvSpPr/>
          <p:nvPr/>
        </p:nvSpPr>
        <p:spPr>
          <a:xfrm>
            <a:off x="4421776" y="2809896"/>
            <a:ext cx="197963" cy="30203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5368BD1-79F7-41A5-A6A8-F855013EF581}"/>
              </a:ext>
            </a:extLst>
          </p:cNvPr>
          <p:cNvSpPr/>
          <p:nvPr/>
        </p:nvSpPr>
        <p:spPr>
          <a:xfrm>
            <a:off x="4431698" y="3380225"/>
            <a:ext cx="197963" cy="30203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B4F8884-C7C0-4AE5-84BA-52D04BE45978}"/>
              </a:ext>
            </a:extLst>
          </p:cNvPr>
          <p:cNvSpPr/>
          <p:nvPr/>
        </p:nvSpPr>
        <p:spPr>
          <a:xfrm>
            <a:off x="4439449" y="4034341"/>
            <a:ext cx="197963" cy="30203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B71D1F5-1B4B-4A43-89E2-FFF04A49000D}"/>
              </a:ext>
            </a:extLst>
          </p:cNvPr>
          <p:cNvSpPr/>
          <p:nvPr/>
        </p:nvSpPr>
        <p:spPr>
          <a:xfrm>
            <a:off x="4439359" y="4659646"/>
            <a:ext cx="197963" cy="30203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D8B18AB-5FDC-4CF2-8A7A-F984E8783898}"/>
              </a:ext>
            </a:extLst>
          </p:cNvPr>
          <p:cNvSpPr/>
          <p:nvPr/>
        </p:nvSpPr>
        <p:spPr>
          <a:xfrm>
            <a:off x="4439359" y="5224968"/>
            <a:ext cx="197963" cy="30203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10163546-5223-425D-B6DD-7817A961F515}"/>
              </a:ext>
            </a:extLst>
          </p:cNvPr>
          <p:cNvSpPr/>
          <p:nvPr/>
        </p:nvSpPr>
        <p:spPr>
          <a:xfrm>
            <a:off x="4421776" y="5879084"/>
            <a:ext cx="197963" cy="30203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212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D5FE72-05C9-4402-A372-18AE592C7533}"/>
              </a:ext>
            </a:extLst>
          </p:cNvPr>
          <p:cNvSpPr txBox="1"/>
          <p:nvPr/>
        </p:nvSpPr>
        <p:spPr>
          <a:xfrm>
            <a:off x="1802878" y="705177"/>
            <a:ext cx="6094428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Folder Structure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mutual_fund_project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data/raw/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data/processed/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notebooks/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scripts/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reports/</a:t>
            </a:r>
          </a:p>
        </p:txBody>
      </p:sp>
    </p:spTree>
    <p:extLst>
      <p:ext uri="{BB962C8B-B14F-4D97-AF65-F5344CB8AC3E}">
        <p14:creationId xmlns:p14="http://schemas.microsoft.com/office/powerpoint/2010/main" val="3668281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AEFFEB-73AB-4F1C-83A0-8366A8388E45}"/>
              </a:ext>
            </a:extLst>
          </p:cNvPr>
          <p:cNvSpPr txBox="1"/>
          <p:nvPr/>
        </p:nvSpPr>
        <p:spPr>
          <a:xfrm>
            <a:off x="1563329" y="1177779"/>
            <a:ext cx="6096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 Task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folder structure created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initialized and pushed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Installed required Python libraries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10 CSV datasets using Pandas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data using shape, head, and data types</a:t>
            </a:r>
          </a:p>
        </p:txBody>
      </p:sp>
    </p:spTree>
    <p:extLst>
      <p:ext uri="{BB962C8B-B14F-4D97-AF65-F5344CB8AC3E}">
        <p14:creationId xmlns:p14="http://schemas.microsoft.com/office/powerpoint/2010/main" val="1999650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81EE9E-CEBE-4624-BED3-A93CF0A692C3}"/>
              </a:ext>
            </a:extLst>
          </p:cNvPr>
          <p:cNvSpPr txBox="1"/>
          <p:nvPr/>
        </p:nvSpPr>
        <p:spPr>
          <a:xfrm>
            <a:off x="1436016" y="946652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NAV Results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                     Code          Latest NAV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Bluechip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119551        ₹104.70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ICICI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Bluechip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120503         ₹103.09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Nippon Large Cap    118632         ₹97.19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Bluechip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119092         ₹6,156.75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Kotak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Bluechip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120841         ₹246.98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rows fetched: 16,707</a:t>
            </a:r>
          </a:p>
        </p:txBody>
      </p:sp>
    </p:spTree>
    <p:extLst>
      <p:ext uri="{BB962C8B-B14F-4D97-AF65-F5344CB8AC3E}">
        <p14:creationId xmlns:p14="http://schemas.microsoft.com/office/powerpoint/2010/main" val="1830455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5D0FC5-519D-40B5-B73B-E5751FCF257F}"/>
              </a:ext>
            </a:extLst>
          </p:cNvPr>
          <p:cNvSpPr txBox="1"/>
          <p:nvPr/>
        </p:nvSpPr>
        <p:spPr>
          <a:xfrm>
            <a:off x="1727463" y="1344660"/>
            <a:ext cx="609442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datasets loaded successfully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46,000+ NAV records validated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AMFI codes verified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critical anomalies found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ready for Day 2 cleaning</a:t>
            </a:r>
          </a:p>
        </p:txBody>
      </p:sp>
    </p:spTree>
    <p:extLst>
      <p:ext uri="{BB962C8B-B14F-4D97-AF65-F5344CB8AC3E}">
        <p14:creationId xmlns:p14="http://schemas.microsoft.com/office/powerpoint/2010/main" val="39239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774E3-2C97-4E09-AE53-D759E31BDBE9}"/>
              </a:ext>
            </a:extLst>
          </p:cNvPr>
          <p:cNvSpPr txBox="1"/>
          <p:nvPr/>
        </p:nvSpPr>
        <p:spPr>
          <a:xfrm>
            <a:off x="1520072" y="1351903"/>
            <a:ext cx="814240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Repository: github.com/Ruksanabegum1708/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mutual_fund_project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commits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folders structured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requirements.txt committed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NAV CSV files pushed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919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97A386-93C2-43AA-8D35-060ABC930066}"/>
              </a:ext>
            </a:extLst>
          </p:cNvPr>
          <p:cNvSpPr txBox="1"/>
          <p:nvPr/>
        </p:nvSpPr>
        <p:spPr>
          <a:xfrm>
            <a:off x="1331536" y="1304768"/>
            <a:ext cx="1034827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SBI Small Cap (125497): 3,091 NAV records since 2013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Bluechip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highest NAV: ₹6,156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5 schemes: 16,707 rows of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range covers 2012-2026 (13+ years)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API calls successful — no failures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413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E620F2-23D6-46D9-B005-D8F1827E9811}"/>
              </a:ext>
            </a:extLst>
          </p:cNvPr>
          <p:cNvSpPr txBox="1"/>
          <p:nvPr/>
        </p:nvSpPr>
        <p:spPr>
          <a:xfrm>
            <a:off x="1538924" y="1785454"/>
            <a:ext cx="9490435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Ruksana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Begum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Intern —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Bluestock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Fintech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github.com/Ruksanabegum1708/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mutual_fund_project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ruksanabegum1708@gmail.com</a:t>
            </a:r>
          </a:p>
        </p:txBody>
      </p:sp>
    </p:spTree>
    <p:extLst>
      <p:ext uri="{BB962C8B-B14F-4D97-AF65-F5344CB8AC3E}">
        <p14:creationId xmlns:p14="http://schemas.microsoft.com/office/powerpoint/2010/main" val="2018160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374</Words>
  <Application>Microsoft Office PowerPoint</Application>
  <PresentationFormat>Widescreen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HOME</dc:creator>
  <cp:lastModifiedBy>HOME</cp:lastModifiedBy>
  <cp:revision>6</cp:revision>
  <dcterms:created xsi:type="dcterms:W3CDTF">2026-06-02T13:24:45Z</dcterms:created>
  <dcterms:modified xsi:type="dcterms:W3CDTF">2026-06-02T14:18:00Z</dcterms:modified>
</cp:coreProperties>
</file>